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11091672" cy="91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21 — CESAR School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/comum/img/logo-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6868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03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DA COMPUTAÇÃO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21 — Exercício 04: </a:t>
            </a:r>
            <a:pPr indent="0" marL="0">
              <a:buNone/>
            </a:pPr>
            <a:r>
              <a:rPr lang="en-US" sz="2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de custo, em Parquet particionado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3886200"/>
            <a:ext cx="1097280" cy="36576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Diego Cavalcanti Pereira</a:t>
            </a:r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Graduação em Ciência da Computação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· CICLO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pergunta, quatro encontros, três números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18 · F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arquivo por dentro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1947672"/>
            <a:ext cx="128016" cy="256032"/>
          </a:xfrm>
          <a:prstGeom prst="right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463040"/>
            <a:ext cx="265176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19 · 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1901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II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pastas do lake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62472" y="1947672"/>
            <a:ext cx="128016" cy="256032"/>
          </a:xfrm>
          <a:prstGeom prst="right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265176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20 · 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901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Lab-demo 05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tudo no Athena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97112" y="1947672"/>
            <a:ext cx="128016" cy="256032"/>
          </a:xfrm>
          <a:prstGeom prst="right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1463040"/>
            <a:ext cx="265176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21 · 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1901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04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vocês, em Terraform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017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DO CICLO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91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Corridas e receita por bairro, entre 0h e 5h: quanto o Athena precisa ler para responder?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3575304" cy="21031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114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MB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30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as 10 colunas dos 30 dias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623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visto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06824" y="3977640"/>
            <a:ext cx="3575304" cy="21031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81144" y="4114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 MB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4581144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581144" y="5230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só 3 das 10 colunas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81144" y="5623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visto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65008" y="3977640"/>
            <a:ext cx="3575304" cy="210312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39328" y="4114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 MB</a:t>
            </a:r>
            <a:endParaRPr lang="en-US" sz="3600" dirty="0"/>
          </a:p>
        </p:txBody>
      </p:sp>
      <p:sp>
        <p:nvSpPr>
          <p:cNvPr id="37" name="Text 35"/>
          <p:cNvSpPr txBox="1"/>
          <p:nvPr/>
        </p:nvSpPr>
        <p:spPr>
          <a:xfrm>
            <a:off x="8339328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por dia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339328" y="5230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só 7 das 30 pastas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339328" y="5623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missão de hoje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da madrugada de 7 dias tem de caber na meta que vocês declaram.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LAB 05 MEDIU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JSON, 30 dias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880360"/>
            <a:ext cx="6035040" cy="502920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6404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MB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Parquet, 30 dias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3520440"/>
            <a:ext cx="86215" cy="502920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15215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 MB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Parquet, 7 dias, por dia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4160520"/>
            <a:ext cx="54864" cy="502920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83864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 MB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91440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74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regra: 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cabe em 1 MiB, e a pergunta lê menos que ela, com a resposta certa: 11.137 corridas.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vocês vão construir</a:t>
            </a:r>
            <a:endParaRPr lang="en-US" sz="2600" dirty="0"/>
          </a:p>
        </p:txBody>
      </p:sp>
      <p:pic>
        <p:nvPicPr>
          <p:cNvPr id="4" name="Image 0" descr="/tmp/g/comum/img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00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raw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JSON, 30 dias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carregar-raw.sh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34640" y="1874520"/>
            <a:ext cx="640080" cy="292608"/>
          </a:xfrm>
          <a:prstGeom prst="right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9" name="Image 1" descr="/tmp/g/comum/img/g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0020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0332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Glue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7033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 uma vez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7033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01 e 02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15000" y="1874520"/>
            <a:ext cx="640080" cy="292608"/>
          </a:xfrm>
          <a:prstGeom prst="right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4" name="Image 2" descr="/tmp/g/comum/img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822960" cy="8229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836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trusted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5836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Parquet, particionada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5836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05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595360" y="1874520"/>
            <a:ext cx="640080" cy="292608"/>
          </a:xfrm>
          <a:prstGeom prst="right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9" name="Image 3" descr="/tmp/g/comum/img/athen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600200"/>
            <a:ext cx="822960" cy="8229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4640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46404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pergunta, com teto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94640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03 e 04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5404104" cy="21945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114800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TERRAFORM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4480560"/>
            <a:ext cx="4855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conta do grupo, com o estado no backend remoto da disciplina. 11 recursos.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236208" y="3886200"/>
            <a:ext cx="5404104" cy="219456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510528" y="4114800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PROVA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510528" y="4480560"/>
            <a:ext cx="4855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verifica.sh roda a pergunta no Athena e compara o Data scanned com a meta declarada.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para o Lab 05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5409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508760"/>
            <a:ext cx="3694176" cy="585216"/>
          </a:xfrm>
          <a:prstGeom prst="rect">
            <a:avLst/>
          </a:prstGeom>
          <a:solidFill>
            <a:srgbClr val="1A1A1A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150876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05 (Aula 20)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1508760"/>
            <a:ext cx="4178808" cy="585216"/>
          </a:xfrm>
          <a:prstGeom prst="rect">
            <a:avLst/>
          </a:prstGeom>
          <a:solidFill>
            <a:srgbClr val="1A1A1A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1508760"/>
            <a:ext cx="3867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04 (hoje)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3054096" cy="585216"/>
          </a:xfrm>
          <a:prstGeom prst="rect">
            <a:avLst/>
          </a:prstGeom>
          <a:solidFill>
            <a:srgbClr val="F7F7F7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4884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executa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2148840"/>
            <a:ext cx="369417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214884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eu, em CloudFormation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06640" y="2148840"/>
            <a:ext cx="417880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2148840"/>
            <a:ext cx="3867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grupo, em Terraform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054096" cy="585216"/>
          </a:xfrm>
          <a:prstGeom prst="rect">
            <a:avLst/>
          </a:prstGeom>
          <a:solidFill>
            <a:srgbClr val="F7F7F7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78892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2788920"/>
            <a:ext cx="369417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278892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layouts, para comparar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06640" y="2788920"/>
            <a:ext cx="417880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2788920"/>
            <a:ext cx="3867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layout, o do grupo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3054096" cy="585216"/>
          </a:xfrm>
          <a:prstGeom prst="rect">
            <a:avLst/>
          </a:prstGeom>
          <a:solidFill>
            <a:srgbClr val="F7F7F7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42900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Partição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0" y="3429000"/>
            <a:ext cx="369417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0480" y="342900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dt, decidida pelo template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06640" y="3429000"/>
            <a:ext cx="417880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3429000"/>
            <a:ext cx="3867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01, com número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3054096" cy="585216"/>
          </a:xfrm>
          <a:prstGeom prst="rect">
            <a:avLst/>
          </a:prstGeom>
          <a:solidFill>
            <a:srgbClr val="F7F7F7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06908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das pastas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0" y="4069080"/>
            <a:ext cx="369417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40480" y="406908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MSCK REPAIR à mão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06640" y="4069080"/>
            <a:ext cx="417880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0" y="4069080"/>
            <a:ext cx="3867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05: MSCK ou projeção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3054096" cy="585216"/>
          </a:xfrm>
          <a:prstGeom prst="rect">
            <a:avLst/>
          </a:prstGeom>
          <a:solidFill>
            <a:srgbClr val="F7F7F7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70916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requisito novo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657600" y="4709160"/>
            <a:ext cx="369417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40480" y="470916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406640" y="4709160"/>
            <a:ext cx="4178808" cy="585216"/>
          </a:xfrm>
          <a:prstGeom prst="rect">
            <a:avLst/>
          </a:prstGeom>
          <a:solidFill>
            <a:srgbClr val="FDEFE9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9520" y="4709160"/>
            <a:ext cx="3867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 custo, declarada e provada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" y="5532120"/>
            <a:ext cx="11091672" cy="5943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der para traduzir o template do lab linha a linha e passar, o exercício estaria mal escrito. A meta é o que não se traduz.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· CRITÉRIOS DE ACEITE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verifica.sh confere (1 de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com backend remoto; trusted declarada como Parquet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160020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6032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56032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Partição com dt como primeira chave, e as 10 colunas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256032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91672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5204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204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 inteiro: 518.400 corridas em 30 dias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35204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4805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8056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arquivos pequenos: no máximo 4 por pasta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448056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1672" cy="5943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rubrica é pública desde a Aula 20. A nota não é surpresa: rode o verifica.sh antes de entregar.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· CRITÉRIOS DE ACEITE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verifica.sh confere (2 de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04672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cabe em 1 MiB e a pergunta de 7 dias lê menos que ela, com 11.137 corridas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160020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6032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56032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teto vale para todos e barra a consulta que lê todas as colunas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256032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91672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5204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204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 limpo: nenhum recurso eda-a21-* sobra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35204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4805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8056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DECISOES.md: uma frase e um número medido por decisão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448056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1672" cy="59436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critério 4 é o exercício.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certa com a leitura acima da meta é FALHA.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da conta e da entrega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75304" cy="31089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 grupo, us-east-1. Teto de US$ 1,00. Uma execução custa menos de US$ 0,50.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6824" y="1554480"/>
            <a:ext cx="3575304" cy="31089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1144" y="17830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81144" y="21488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remoto da disciplina. Ele não é deste exercício e sobrevive ao destroy.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5008" y="1554480"/>
            <a:ext cx="3575304" cy="31089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7830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1488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com terraform/, DECISOES.md e a saída do verifica.sh colada. Nunca tfstate nem backend.hcl.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9144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nota própria: </a:t>
            </a:r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primeiro incremento da Parte 2. A trusted de hoje é a que a AV2 cobra.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 · LER ANTES DE RODAR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de partida: o que vem pronto e o que é seu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04104" cy="361188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PRONTO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8554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Bucket, raw declarada, papel e job Glue, workgroup, o script PySpark e os dois scripts (carregar-raw e rodar-job).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6208" y="1554480"/>
            <a:ext cx="5404104" cy="361188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0528" y="1783080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SEU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148840"/>
            <a:ext cx="48554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linhas que fazem a trusted ser Parquet, o local.projecao e as quatro variáveis das DECISÕES 01 a 04. E o DECISOES.md.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script do job não muda: ele recebe o layout como argumento, declarado no Terraform.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 · PASSOS 1 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variáveis e a leitura do código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2296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fim, o Terraform sabe onde guardar o estado, e o grupo sabe onde estão as cinco decisões.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106344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backend.hcl.example backend.hcl</a:t>
            </a:r>
            <a:pPr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troque CONTA e XX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terraform.tfvars.example terraform.tfvars</a:t>
            </a:r>
            <a:pPr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troque o sufixo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abra main.tf, variables.tf e scripts/trusted-parquet.py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Sufixo só com minúsculas e números: grupo07, e não Grupo-07.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01 · chaves_particao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dia, ou por dia e bairro?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04104" cy="352044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Partição por dia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para a semana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69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lê todos os bairros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6208" y="1554480"/>
            <a:ext cx="5404104" cy="3520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dia + bairro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2331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</a:t>
            </a:r>
            <a:endParaRPr lang="en-US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para a semana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4069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dias × 22 bairros, ~37 KB cada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DECISOES.md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Escolhemos … ; a pergunta de 7 dias abre … arquivos.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02 · arquivos_por_pasta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arquivos por pasta?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DE 7 DIAS LÊ (ESTIMADO PELOS METADADOS)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por pasta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1278128" cy="548640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7128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0,37 MB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por pasta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651760"/>
            <a:ext cx="1796288" cy="548640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25288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0,52 MB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por pasta (picado)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3383280"/>
            <a:ext cx="6217920" cy="548640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4692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 MB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dia inteiro tem ~600 KB em Parquet. Cada arquivo a mais é um rodapé e um pedido ao S3 a mais.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DECISOES.md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Escolhemos … arquivos por pasta; cada um ficou com ~… KB.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03 · meta_bytes_madrugada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meta: uma promessa feita antes de medir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10424160" cy="5486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5212080" cy="109728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tem de caber aqui: até 1 MiB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69134" y="2871216"/>
            <a:ext cx="164592" cy="164592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0279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0,37 MB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0946" y="2871216"/>
            <a:ext cx="164592" cy="164592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84602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0,52 MB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79415" y="2871216"/>
            <a:ext cx="164592" cy="164592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13071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0,89 MB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22408" y="2871216"/>
            <a:ext cx="164592" cy="164592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56064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 MB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57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dia, 1 arq.  ·  dia, 4 arq.  ·  dia + bairro  ·  picado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Estimativas pelos metadados. A meta sai de uma conta do grupo, com folga para o que o Athena lê a mais.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DECISOES.md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Declaramos … bytes; saiu de … ; o Athena leu … 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04 · teto_bytes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teto: o freio que vale para todo mundo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10424160" cy="5486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83530" y="2377440"/>
            <a:ext cx="3300984" cy="109728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2069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teto mora aqui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71216"/>
            <a:ext cx="164592" cy="164592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5256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 MB · a pergunta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1234" y="2871216"/>
            <a:ext cx="164592" cy="164592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9481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MiB · mínimo do Athena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02218" y="2871216"/>
            <a:ext cx="164592" cy="164592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5794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MB · a trusted inteira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da trusted inteira, o freio nunca toca: o critério 5 cai.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DECISOES.md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Declaramos … bytes: deixa passar … e barra … 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05 · local.projecao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conta ao Athena onde estão as pastas?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04104" cy="35204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MSCK REPAIR TABLE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8554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mapa fica vazio e o rodar-job.sh registra cada pasta no catálogo, depois de cada execução do job. Simples; fácil de esquecer.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6208" y="1554480"/>
            <a:ext cx="5404104" cy="352044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0528" y="1783080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PROJECTION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148840"/>
            <a:ext cx="48554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Athena calcula as pastas por uma regra declarada na tabela. Nada a registrar; pasta fora da regra fica invisível, sem erro.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DECISOES.md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Escolhemos … ; aceitamos … ; no dia 31, … 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 · PASSOS 5 A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o Parquet, subir e carregar a raw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2296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fim, os 11 recursos existem e a raw tem os 30 dias do lab. Checkpoint de 20 minutos.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106344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passo 5: as três linhas do Parquet + local.projecao (main.tf)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-backend-config=backend.hcl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pPr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# Resources: 11 added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 &amp;&amp; ./carregar-raw.sh</a:t>
            </a:r>
            <a:pPr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Total Objects: 30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de string vazia no apply = faltaram as três linhas do Parquet (estão no template do Lab 05).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 · PASSO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o job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2296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fim, a trusted existe com o layout do grupo, e o relatório confere 518.400 linhas. Checkpoint de 40 minutos.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106344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./rodar-job.sh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10:02:11  RUNNING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10:05:40  SUCCEEDED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"linhas_trusted": 518400, "dias": 30, "arquivos": …,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"ok": true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"arquivos" do relatório é a primeira evidência das DECISÕES 01 e 02: anote no DECISOES.md.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PARA A TURMA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seguir, responda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é 512 KiB. A pergunta devolveu as 11.137 corridas, mas leu 1,9 MB. O que o grupo olha primeiro?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514344" cy="21945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Afrouxa a meta para 2 MiB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37304" y="3291840"/>
            <a:ext cx="3514344" cy="21945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1624" y="3566160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1624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1624" y="425196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filtro: dt, ou uma coluna de dentro do arquivo?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25968" y="3291840"/>
            <a:ext cx="3514344" cy="219456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0288" y="3566160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028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425196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arquivos há em cada pasta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Discuta com quem está ao lado por um minuto. A resposta vem no próximo slide.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 · PASSO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a pergunta da madrugada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2296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fim, o grupo tem o Data scanned real, para escrever as DECISÕES 03 e 04 com número.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106344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bairro, count(*) AS corridas, round(sum(valor), 2) AS receita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eda_a21_&lt;sufixo&gt;.trusted_corridas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&gt;= '&lt;DESDE&gt;'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faixa_hora BETWEEN 0 AND 5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linhas, 11.137 corridas no total. Se a soma mudou, o problema é o dado ou o DESDE, não o layout.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travar, nesta ordem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a mensagem de erro inteira, até a última linha.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o plan: ele diz o que vai mudar antes de mudar.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o roteiro do Lab 05: os passos 3 a 8 são os mesmos comandos.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434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Chame o professor.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4 falhou com a resposta certa? Mude o layout (DECISÕES 01 e 02) antes de mexer na meta.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· VERIFICAÇÃO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verifica.sh na tela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2296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fim, cada grupo viu os critérios 0 a 5 em PASSA, e colou a linha final no PR.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106344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./verificacao/verifica.sh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  [4]  (25%)  leu … bytes, dentro da meta de …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automáticos: 70 / 70 pontos-percentuais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particao=dt  arquivos=30  meta=…  lido_madrugada_7d=…  teto=…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última linha vai para o PR, junto com o DECISOES.md.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· DESTROY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Destruir e conferir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5971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Medir</a:t>
            </a:r>
            <a:pPr algn="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r" indent="0" marL="0">
              <a:buNone/>
            </a:pPr>
            <a:r>
              <a:rPr lang="en-US" sz="9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Entregar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22960"/>
          </a:xfrm>
          <a:prstGeom prst="rect">
            <a:avLst/>
          </a:prstGeom>
          <a:solidFill>
            <a:srgbClr val="FDEFE9"/>
          </a:solidFill>
          <a:ln w="12700">
            <a:solidFill>
              <a:srgbClr val="FDE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fim, nenhum recurso eda-a21-* sobra. Destroy limpo é critério de aceite.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10634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-chdir=terraform destroy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./verificacao/verifica.sh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--pos-destroy</a:t>
            </a:r>
            <a:pPr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PASSA [6]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-rf /tmp/eda-a21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fica de hoje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81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colunar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6002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trusted é Parquet: a pergunta lê 3 colunas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420624" cy="420624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59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Data scanned medido é a prova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420624" cy="420624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 de partição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1546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 na chave: 7 pastas de 30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13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pequenos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9319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máximo 4 por pasta, ou a meta estoura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1672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463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6: padrões de pipeline. E se o job rodar duas vezes? E se uma corrida chegar com três dias de atraso?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/comum/img/logo-f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6868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48640" y="3520440"/>
            <a:ext cx="1097280" cy="36576"/>
          </a:xfrm>
          <a:prstGeom prst="rect">
            <a:avLst/>
          </a:prstGeom>
          <a:solidFill>
            <a:srgbClr val="F15A22"/>
          </a:solidFill>
          <a:ln w="12700">
            <a:solidFill>
              <a:srgbClr val="F15A2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749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 School · Graduação em Ciência da Computação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Diego Cavalcanti Pereira</a:t>
            </a:r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cdcp@cesar.school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21 — Exercício 04: a meta de custo, em Parquet particionado</dc:title>
  <dc:subject>PptxGenJS Presentation</dc:subject>
  <dc:creator>Carlos Diego Cavalcanti Pereira</dc:creator>
  <cp:lastModifiedBy>Carlos Diego Cavalcanti Pereira</cp:lastModifiedBy>
  <cp:revision>1</cp:revision>
  <dcterms:created xsi:type="dcterms:W3CDTF">2026-10-06T22:34:45Z</dcterms:created>
  <dcterms:modified xsi:type="dcterms:W3CDTF">2026-10-06T22:34:45Z</dcterms:modified>
</cp:coreProperties>
</file>